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06BF8-22E4-48E6-B5AA-195DF0799545}" v="1029" dt="2025-12-05T04:03:18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llison381@gmail.com" userId="68b8393ea47e6c55" providerId="LiveId" clId="{5092EB68-A61A-4E06-81C9-6EECA7F94304}"/>
    <pc:docChg chg="addSld delSld modSld">
      <pc:chgData name="keallison381@gmail.com" userId="68b8393ea47e6c55" providerId="LiveId" clId="{5092EB68-A61A-4E06-81C9-6EECA7F94304}" dt="2025-12-05T04:03:18.589" v="1030"/>
      <pc:docMkLst>
        <pc:docMk/>
      </pc:docMkLst>
      <pc:sldChg chg="new del">
        <pc:chgData name="keallison381@gmail.com" userId="68b8393ea47e6c55" providerId="LiveId" clId="{5092EB68-A61A-4E06-81C9-6EECA7F94304}" dt="2025-12-05T03:54:05.204" v="1" actId="47"/>
        <pc:sldMkLst>
          <pc:docMk/>
          <pc:sldMk cId="1067903320" sldId="259"/>
        </pc:sldMkLst>
      </pc:sldChg>
      <pc:sldChg chg="modSp add modTransition modAnim">
        <pc:chgData name="keallison381@gmail.com" userId="68b8393ea47e6c55" providerId="LiveId" clId="{5092EB68-A61A-4E06-81C9-6EECA7F94304}" dt="2025-12-05T04:03:18.589" v="1030"/>
        <pc:sldMkLst>
          <pc:docMk/>
          <pc:sldMk cId="2857957488" sldId="259"/>
        </pc:sldMkLst>
        <pc:spChg chg="mod">
          <ac:chgData name="keallison381@gmail.com" userId="68b8393ea47e6c55" providerId="LiveId" clId="{5092EB68-A61A-4E06-81C9-6EECA7F94304}" dt="2025-12-05T04:02:33.276" v="1025" actId="255"/>
          <ac:spMkLst>
            <pc:docMk/>
            <pc:sldMk cId="2857957488" sldId="259"/>
            <ac:spMk id="2" creationId="{AEAFB9A5-3D2E-FA1C-9ED9-D1EA4F2895D6}"/>
          </ac:spMkLst>
        </pc:spChg>
        <pc:spChg chg="mod">
          <ac:chgData name="keallison381@gmail.com" userId="68b8393ea47e6c55" providerId="LiveId" clId="{5092EB68-A61A-4E06-81C9-6EECA7F94304}" dt="2025-12-05T03:56:39.955" v="166" actId="313"/>
          <ac:spMkLst>
            <pc:docMk/>
            <pc:sldMk cId="2857957488" sldId="259"/>
            <ac:spMk id="3" creationId="{7082E2E4-3A9C-0E5F-2C25-FDF13B57C1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1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40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D3E8D-E733-08E5-9DFB-4CC6F4A21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 dirty="0"/>
              <a:t>Human Computer Interaction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DEC85-A55E-67C3-5A0A-09526D36C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4013024"/>
            <a:ext cx="3380437" cy="339520"/>
          </a:xfrm>
        </p:spPr>
        <p:txBody>
          <a:bodyPr anchor="b">
            <a:normAutofit fontScale="92500" lnSpcReduction="20000"/>
          </a:bodyPr>
          <a:lstStyle/>
          <a:p>
            <a:r>
              <a:rPr lang="en-US" sz="1800" dirty="0">
                <a:latin typeface="+mj-lt"/>
              </a:rPr>
              <a:t>By Kennedy Allison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6A9438A9-EBF8-5BCF-194C-08B1049B2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993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64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D248-19CB-5C9E-762A-0884B943F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870106"/>
            <a:ext cx="10707624" cy="5117788"/>
          </a:xfrm>
        </p:spPr>
        <p:txBody>
          <a:bodyPr>
            <a:noAutofit/>
          </a:bodyPr>
          <a:lstStyle/>
          <a:p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-While my integrated webpage was originally based on my midterm, I decided to take my already established project and add additions to make sure it meet this new criteria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-I made sure that I had enough room that I was able to include the other 4 projects that we did this year without taking space from the four that were originally on there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-The projects that I added onto the webpage were the multiple musical doors, the 90’s Tic-tac-toe, and two projects that were based on my favorite game series, Project Moon which are the Sinner Spinner and the Abnormality Match.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-I used properties that were already used on my project such as iframe, the CSS styles that I made, and different position and height/weight properties that I used within them.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-Most of the changes that I made were just adding these specific things or things that would be considered cosmetic as I feel that the original presentation only needed to fit with the new standards that were being given to us for the project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-The biggest changes or differences from the midterm project would be from the other materials that were included such as the music video and this power point.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3FB7D-88BD-0DFD-17BD-2E8CDB828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374904"/>
            <a:ext cx="6991776" cy="36880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j-lt"/>
              </a:rPr>
              <a:t>My Integrated Webpage</a:t>
            </a:r>
          </a:p>
        </p:txBody>
      </p:sp>
    </p:spTree>
    <p:extLst>
      <p:ext uri="{BB962C8B-B14F-4D97-AF65-F5344CB8AC3E}">
        <p14:creationId xmlns:p14="http://schemas.microsoft.com/office/powerpoint/2010/main" val="11636545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4397-DC68-2CD0-29B1-94A29F9C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68C5-E9D4-E8D1-9AEF-ED6D41B78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10707624" cy="5117788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-For my music video, I used the materials that were suggested to us such as Chat-GPT, and Suno-Ai, and even Microsoft Clipchamp to be able to gather the materials and be able to turn them into a concise music video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-I wanted to show the most important thing that I learned in this class was more of the design element choices that are used by human-computer interaction to be able to create a successful and engaging project (User accessibility, contrast, etc.)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-My main inspiration for the beat and overall style of the project was Vocaloid producers and the upbeat styles that they tend to use in their music videos; specifically, the biggest inspiration for mine would be BIRDBRAIN by JaimeP (using the Teto voice bank) on YouTube.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-I originally wanted to try and create something similar to Professor Wu’s Einstein introduction or what would be seen on a Vocaloid music video but instead I went for a more typography style that is usually seen on the internet.</a:t>
            </a: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7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-Despite the limited resources and time that I had to create the music video I feel that I was able to not only reach the production requirements for myself but also meet the requirements for the project.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B6200-EE55-F881-8F7E-508372A28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374904"/>
            <a:ext cx="6991776" cy="36880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j-lt"/>
              </a:rPr>
              <a:t>My Music Video</a:t>
            </a:r>
          </a:p>
        </p:txBody>
      </p:sp>
    </p:spTree>
    <p:extLst>
      <p:ext uri="{BB962C8B-B14F-4D97-AF65-F5344CB8AC3E}">
        <p14:creationId xmlns:p14="http://schemas.microsoft.com/office/powerpoint/2010/main" val="14449823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E7E1-7B10-F63E-2E87-E416CEBC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B9A5-3D2E-FA1C-9ED9-D1EA4F289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10707624" cy="5117788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-Despite everything that I have done so far, there are some things or ideas that I either didn’t know how to implement or couldn’t have done due to the size of the project that was added to my website.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-These ideas swung between: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-Finding a way to fix the musical door project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-Using different lyrics or musical inspiration for my music video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-Using different software to do the visuals for my music video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-Creating a completely different website from scratch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-Spending time writing lyrics that could have easily shown the point that I wanted to make in the music video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-Find a different way to organize the projects on my webpage (specific buttons, dropdowns, etc.)</a:t>
            </a: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9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-Even if I didn’t add these things, I still feel that I was able to meet the requirements of the project and still did a good job on the things that I were able to do.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2E2E4-3A9C-0E5F-2C25-FDF13B57C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374904"/>
            <a:ext cx="6991776" cy="36880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j-lt"/>
              </a:rPr>
              <a:t>Potential better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8579574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658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ADLaM Display</vt:lpstr>
      <vt:lpstr>Arial</vt:lpstr>
      <vt:lpstr>Calisto MT</vt:lpstr>
      <vt:lpstr>Univers Condensed</vt:lpstr>
      <vt:lpstr>ChronicleVTI</vt:lpstr>
      <vt:lpstr>Human Computer Interaction Final Presentation</vt:lpstr>
      <vt:lpstr>-While my integrated webpage was originally based on my midterm, I decided to take my already established project and add additions to make sure it meet this new criteria -I made sure that I had enough room that I was able to include the other 4 projects that we did this year without taking space from the four that were originally on there  -The projects that I added onto the webpage were the multiple musical doors, the 90’s Tic-tac-toe, and two projects that were based on my favorite game series, Project Moon which are the Sinner Spinner and the Abnormality Match. -I used properties that were already used on my project such as iframe, the CSS styles that I made, and different position and height/weight properties that I used within them.  -Most of the changes that I made were just adding these specific things or things that would be considered cosmetic as I feel that the original presentation only needed to fit with the new standards that were being given to us for the project -The biggest changes or differences from the midterm project would be from the other materials that were included such as the music video and this power point.</vt:lpstr>
      <vt:lpstr>-For my music video, I used the materials that were suggested to us such as Chat-GPT, and Suno-Ai, and even Microsoft Clipchamp to be able to gather the materials and be able to turn them into a concise music video  -I wanted to show the most important thing that I learned in this class was more of the design element choices that are used by human-computer interaction to be able to create a successful and engaging project (User accessibility, contrast, etc.)  -My main inspiration for the beat and overall style of the project was Vocaloid producers and the upbeat styles that they tend to use in their music videos; specifically, the biggest inspiration for mine would be BIRDBRAIN by JaimeP (using the Teto voice bank) on YouTube. -I originally wanted to try and create something similar to Professor Wu’s Einstein introduction or what would be seen on a Vocaloid music video but instead I went for a more typography style that is usually seen on the internet.  -Despite the limited resources and time that I had to create the music video I feel that I was able to not only reach the production requirements for myself but also meet the requirements for the project.</vt:lpstr>
      <vt:lpstr>-Despite everything that I have done so far, there are some things or ideas that I either didn’t know how to implement or couldn’t have done due to the size of the project that was added to my website.  -These ideas swung between:  -Finding a way to fix the musical door project  -Using different lyrics or musical inspiration for my music video  -Using different software to do the visuals for my music video  -Creating a completely different website from scratch  -Spending time writing lyrics that could have easily shown the point that I wanted to make in the music video  -Find a different way to organize the projects on my webpage (specific buttons, dropdowns, etc.)  -Even if I didn’t add these things, I still feel that I was able to meet the requirements of the project and still did a good job on the things that I were able to 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keallison381@gmail.com</dc:creator>
  <cp:lastModifiedBy>keallison381@gmail.com</cp:lastModifiedBy>
  <cp:revision>1</cp:revision>
  <dcterms:created xsi:type="dcterms:W3CDTF">2025-12-04T21:53:36Z</dcterms:created>
  <dcterms:modified xsi:type="dcterms:W3CDTF">2025-12-05T04:03:18Z</dcterms:modified>
</cp:coreProperties>
</file>